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2026-10-02T09:26:56.170854Z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fbcb5d9be5df6c6fa0b424171be874d32a25ade5c8640689fda9a238dfdec74a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2026-10-02T09:26:56.170854Z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